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AD: Puolustus ja Hyökkäys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minuutin esitelmä</a:t>
            </a:r>
          </a:p>
          <a:p>
            <a:r>
              <a:t>tärkeimmistä konsepteista ja demosta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Mikä on Active Directory?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Yritysverkkojen identiteettijärjestelmä</a:t>
            </a:r>
          </a:p>
          <a:p>
            <a:r>
              <a:t>• Keskitetty autentikointi ja valtuutus</a:t>
            </a:r>
          </a:p>
          <a:p>
            <a:r>
              <a:t>• Kriittinen kohde hyökkääjille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Miksi AD on hyökkäysten kohde?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Keskitetty hallinta → yksittäinen murto = koko verkon hallinta</a:t>
            </a:r>
          </a:p>
          <a:p>
            <a:r>
              <a:t>• Legacy-protokollat</a:t>
            </a:r>
          </a:p>
          <a:p>
            <a:r>
              <a:t>• Laaja hyökkäyspinta: Kerberos, LDAP, SMB, GPO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Tyypillinen hyökkäysketju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Alkutartunta</a:t>
            </a:r>
          </a:p>
          <a:p>
            <a:r>
              <a:t>2) Tiedonkeruu</a:t>
            </a:r>
          </a:p>
          <a:p>
            <a:r>
              <a:t>3) Oikeuksien eskalointi</a:t>
            </a:r>
          </a:p>
          <a:p>
            <a:r>
              <a:t>4) Lateraaliliike</a:t>
            </a:r>
          </a:p>
          <a:p>
            <a:r>
              <a:t>5) Persistenssi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Alkutartunta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Phishing</a:t>
            </a:r>
          </a:p>
          <a:p>
            <a:r>
              <a:t>• Haavoittuvat sovellukset</a:t>
            </a:r>
          </a:p>
          <a:p>
            <a:r>
              <a:t>• Varastetut tunnukset</a:t>
            </a:r>
          </a:p>
          <a:p>
            <a:r>
              <a:t>• Tavoite: jalansija sisäverkossa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Tiedonkeruu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Domainin rakenne, DC:t, ryhmät, OU:t</a:t>
            </a:r>
          </a:p>
          <a:p>
            <a:r>
              <a:t>• Oikeuksien ja heikkojen kohtien kartoitus</a:t>
            </a:r>
          </a:p>
          <a:p>
            <a:r>
              <a:t>• Yleisiä riskitekijöitä: delegointi, palvelutilit, GPO-virheet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Oikeuksien eskalointi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Konfiguraatiovirheet</a:t>
            </a:r>
          </a:p>
          <a:p>
            <a:r>
              <a:t>• Palvelutilien korkeat oikeudet</a:t>
            </a:r>
          </a:p>
          <a:p>
            <a:r>
              <a:t>• Kerberos-konfiguraatioon liittyvät riskit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Lateraaliliike ja Persistenssi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Etäyhteydet varastetuilla tunnuksilla</a:t>
            </a:r>
          </a:p>
          <a:p>
            <a:r>
              <a:t>• AD-objektien manipulointi</a:t>
            </a:r>
          </a:p>
          <a:p>
            <a:r>
              <a:t>• Haitalliset GPO:t</a:t>
            </a:r>
          </a:p>
          <a:p>
            <a:r>
              <a:t>• Replikointiin liittyvät väärinkäytökset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AD-puolustus – pääperiaatteet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Identiteettihygienia</a:t>
            </a:r>
          </a:p>
          <a:p>
            <a:r>
              <a:t>• Vähiten oikeuksien periaate (PoLP)</a:t>
            </a:r>
          </a:p>
          <a:p>
            <a:r>
              <a:t>• Kovennettu hallintamalli</a:t>
            </a:r>
          </a:p>
          <a:p>
            <a:r>
              <a:t>• Jatkuva auditointi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Identiteettihygienia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LAPS / LAPS2</a:t>
            </a:r>
          </a:p>
          <a:p>
            <a:r>
              <a:t>• Palvelutilien minimioikeudet</a:t>
            </a:r>
          </a:p>
          <a:p>
            <a:r>
              <a:t>• Eri tunnukset normaali- ja admin-käyttöön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Hallintamallit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Tier 0 / Tier 1 / Tier 2</a:t>
            </a:r>
          </a:p>
          <a:p>
            <a:r>
              <a:t>• Hallintakoneet erotellaan</a:t>
            </a:r>
          </a:p>
          <a:p>
            <a:r>
              <a:t>• Etähallinta vain turvallisilla kanavilla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Auditointi ja havainnointi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Lokitus (4768–4771, ryhmämuutokset, replikointi)</a:t>
            </a:r>
          </a:p>
          <a:p>
            <a:r>
              <a:t>• Työkalut: Defender for Identity, PingCastle</a:t>
            </a:r>
          </a:p>
          <a:p>
            <a:r>
              <a:t>• Säännöllinen AD-konfiguraation tarkistus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– virheelliset oikeudet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Näytetään Write-oikeus AD-objektiin</a:t>
            </a:r>
          </a:p>
          <a:p>
            <a:r>
              <a:t>• Käyttäjä lisää itsensä ryhmään</a:t>
            </a:r>
          </a:p>
          <a:p>
            <a:r>
              <a:t>• Esimerkki: pienikin virhe → oikeuksien nousu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Yhteenveto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AD:n turvallisuus perustuu konfiguraatioon ja prosesseihin</a:t>
            </a:r>
          </a:p>
          <a:p>
            <a:r>
              <a:t>• Hyökkääjät hyödyntävät virheitä, eivät taikuutta</a:t>
            </a:r>
          </a:p>
          <a:p>
            <a:r>
              <a:t>• Hyvä hygienia + auditointi = vahva puolustus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